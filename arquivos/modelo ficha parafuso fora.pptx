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A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CBC2C-2F6B-2C6F-25AB-710A081A9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B9C289-2532-89C1-5896-2B109992F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DEAEF4-459E-91BE-4984-42662CA5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8279B5-B0B9-5B7B-71A7-FE022B96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F553BA-CADE-D2B7-8FE8-3B8BE4BF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81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5496F-5820-D2A0-99E6-6F4512F7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7B157C-1B8B-A04B-906E-87F9ACFE4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2EF396-7EAE-C39F-3A75-02C9E384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6D8325-277D-4097-69DA-2A638A51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7CF3B9-C084-267A-67C4-AA52E793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77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4BDA6-F798-095B-F4AA-B1DA3905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2AD80C-CADE-4E97-67D0-19E357ADA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84A5AA-CB62-CDA1-313A-D03B0C98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D0B532-D5FD-2351-65C2-BB8248C8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3C216-F13F-1B94-3581-21A6841D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45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52082-D29B-CB6E-0EF1-F8AEF526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E6835F-675B-977B-4C17-7EC525ED6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3A7375-13CA-D34F-9EEF-2A32AAA61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0013CB-946F-EAB4-5BAD-96B7B9AD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6C0841-C26A-3E05-8AF4-1ABF203F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D80913-11B9-811C-FD00-CD25DD74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422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01FA2-36AA-EAAD-B92C-2C7B0BF5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317006-6416-0805-9C0E-256968B0F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EC69AB-3569-A492-6814-74119195F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EA4ADD-CA20-6913-51F4-26C8FF539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8A0D45-B07E-DFF8-88C2-6F51A258D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2B9A8A-BBF8-FE19-D13B-61EB2BA9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CB952E-FCB5-5D5A-B913-E01C5067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2DD794-1405-E4A4-83EB-B8DFB0D0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10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3FE93-7312-5919-57AB-239EF6A8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AB65C5-CD8E-26DB-21C8-267AF258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86F216-19C8-2989-4982-70471602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B77466-1F22-C5CD-E7BA-7ABE1FAB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433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A56E95-5BAB-E4E0-E965-76284213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6C304EF-C9F7-F849-6DB3-E0854964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4C5733-04E3-389B-FFC3-4F0AC66D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951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5ABE5-0052-4A66-5A30-35B2D8E5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BC5324-909F-E92A-ACC9-291AF2DF6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3DD559-9D21-B5E9-ECF9-2203319F7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3104B9-DC9A-AF01-68F6-AAA0DC7A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CFEB1C-59E6-2E8D-7301-EA30EEDD6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538296-5CCD-134B-3A03-737A0CB5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12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B1807-5B1D-63B9-7733-FE5FA259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ABAD7B-B8D5-9665-6BDF-301CF1F96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C51F3B-A3A6-C975-8660-806556410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C51635-8757-60CB-C470-23E2F351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548EAE-F357-E021-63F8-BE9AB8AD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89ABEE-5B27-6001-103D-B7894742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99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CF05D-0624-8035-8E1A-C982EAA6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172248-7AA6-209E-CC6B-381ABE55A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0BDA32-2218-CF01-F4C7-0868DD1EC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427DC2-4F81-0C98-E090-8C0AE667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CBE052-2142-99ED-49F2-86A98E8D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84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CE6D85-DD19-A141-EE9F-995016B03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3E5DA5-AE93-CAF7-1ACA-BE8A5F56D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488384-3BE9-2653-DA1C-2919E7511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008249-CDFA-53BB-A268-3B84B22B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3F879B-A215-1CDA-E694-1DFD75C8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66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6F2ECD-90B5-6EDC-981A-292FC4C6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95CC00-7495-ED12-9726-289D9CFD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E56188-28B5-5507-FF40-A41F55318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3DAE9-6F83-4BDE-A8BF-F2408A9EFAF1}" type="datetimeFigureOut">
              <a:rPr lang="pt-BR" smtClean="0"/>
              <a:t>16/01/2026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76D424-B6DB-BF2E-2BFF-B17D18D40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95F99D-5A62-BA7E-61EA-F998C99A2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35F69-0440-4D75-B783-4691444A453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50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120567AF-CE28-B18C-C035-D15F30CFDD74}"/>
              </a:ext>
            </a:extLst>
          </p:cNvPr>
          <p:cNvSpPr/>
          <p:nvPr/>
        </p:nvSpPr>
        <p:spPr>
          <a:xfrm>
            <a:off x="475129" y="402209"/>
            <a:ext cx="4140000" cy="290576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3E61062E-6746-0A03-50C9-8AACFB95B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499" y="509799"/>
            <a:ext cx="1934864" cy="592361"/>
          </a:xfrm>
          <a:prstGeom prst="rect">
            <a:avLst/>
          </a:prstGeom>
          <a:ln>
            <a:noFill/>
          </a:ln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D042D7AD-86D6-F46D-439B-494094B276EA}"/>
              </a:ext>
            </a:extLst>
          </p:cNvPr>
          <p:cNvSpPr txBox="1"/>
          <p:nvPr/>
        </p:nvSpPr>
        <p:spPr>
          <a:xfrm>
            <a:off x="888034" y="543604"/>
            <a:ext cx="1313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77166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9475FCA-3C65-6734-1327-EA6011B865CE}"/>
              </a:ext>
            </a:extLst>
          </p:cNvPr>
          <p:cNvSpPr txBox="1"/>
          <p:nvPr/>
        </p:nvSpPr>
        <p:spPr>
          <a:xfrm>
            <a:off x="655129" y="1238332"/>
            <a:ext cx="378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PARAFUSO ALLEN CIL M4X10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2D1D391E-76F6-560B-A916-92404C234B20}"/>
              </a:ext>
            </a:extLst>
          </p:cNvPr>
          <p:cNvCxnSpPr>
            <a:cxnSpLocks/>
          </p:cNvCxnSpPr>
          <p:nvPr/>
        </p:nvCxnSpPr>
        <p:spPr>
          <a:xfrm flipV="1">
            <a:off x="564773" y="1158667"/>
            <a:ext cx="39355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8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Suzuki Máquinas</dc:creator>
  <cp:lastModifiedBy>Suzuki Máquinas</cp:lastModifiedBy>
  <cp:revision>3</cp:revision>
  <cp:lastPrinted>2026-01-16T13:44:22Z</cp:lastPrinted>
  <dcterms:created xsi:type="dcterms:W3CDTF">2026-01-16T13:06:06Z</dcterms:created>
  <dcterms:modified xsi:type="dcterms:W3CDTF">2026-01-16T13:44:24Z</dcterms:modified>
</cp:coreProperties>
</file>